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1d85c708204192" /><Relationship Type="http://schemas.openxmlformats.org/officeDocument/2006/relationships/extended-properties" Target="/docProps/app.xml" Id="R0e70baaa8ac244df" /><Relationship Type="http://schemas.openxmlformats.org/officeDocument/2006/relationships/officeDocument" Target="/ppt/presentation.xml" Id="Rf837bc76656c42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75979dfa9a498c"/>
  </p:sldMasterIdLst>
  <p:notesMasterIdLst>
    <p:notesMasterId xmlns:r="http://schemas.openxmlformats.org/officeDocument/2006/relationships" r:id="Rdf23cd0339c341a0"/>
  </p:notesMasterIdLst>
  <p:sldIdLst>
    <p:sldId xmlns:r="http://schemas.openxmlformats.org/officeDocument/2006/relationships" id="256" r:id="R93485b8a11cb46a7"/>
    <p:sldId xmlns:r="http://schemas.openxmlformats.org/officeDocument/2006/relationships" id="257" r:id="Rc42afc23b10a45a7"/>
    <p:sldId xmlns:r="http://schemas.openxmlformats.org/officeDocument/2006/relationships" id="258" r:id="R6635310df81a480c"/>
    <p:sldId xmlns:r="http://schemas.openxmlformats.org/officeDocument/2006/relationships" id="259" r:id="R2f2f13642cb348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07ce482bb442d5" /><Relationship Type="http://schemas.openxmlformats.org/officeDocument/2006/relationships/slideMaster" Target="/ppt/slideMasters/slideMaster1.xml" Id="R1375979dfa9a498c" /><Relationship Type="http://schemas.openxmlformats.org/officeDocument/2006/relationships/notesMaster" Target="/ppt/notesMasters/notesMaster1.xml" Id="Rdf23cd0339c341a0" /><Relationship Type="http://schemas.openxmlformats.org/officeDocument/2006/relationships/presProps" Target="/ppt/presProps.xml" Id="R9a5ea4f464a64766" /><Relationship Type="http://schemas.openxmlformats.org/officeDocument/2006/relationships/tableStyles" Target="/ppt/tableStyles.xml" Id="R9bf3f95e25774bc9" /><Relationship Type="http://schemas.openxmlformats.org/officeDocument/2006/relationships/slide" Target="/ppt/slides/slide1.xml" Id="R93485b8a11cb46a7" /><Relationship Type="http://schemas.openxmlformats.org/officeDocument/2006/relationships/slide" Target="/ppt/slides/slide2.xml" Id="Rc42afc23b10a45a7" /><Relationship Type="http://schemas.openxmlformats.org/officeDocument/2006/relationships/slide" Target="/ppt/slides/slide3.xml" Id="R6635310df81a480c" /><Relationship Type="http://schemas.openxmlformats.org/officeDocument/2006/relationships/slide" Target="/ppt/slides/slide4.xml" Id="R2f2f13642cb348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f1af70aa1d4d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0774fcbc54496f" /><Relationship Type="http://schemas.openxmlformats.org/officeDocument/2006/relationships/notesMaster" Target="/ppt/notesMasters/notesMaster1.xml" Id="Rd7526158752148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8308ab54bd4d73" /><Relationship Type="http://schemas.openxmlformats.org/officeDocument/2006/relationships/notesMaster" Target="/ppt/notesMasters/notesMaster1.xml" Id="Rbd8a36b71c724a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fb714d52b940d6" /><Relationship Type="http://schemas.openxmlformats.org/officeDocument/2006/relationships/notesMaster" Target="/ppt/notesMasters/notesMaster1.xml" Id="R519edf59053249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6cec8d6db346f3" /><Relationship Type="http://schemas.openxmlformats.org/officeDocument/2006/relationships/notesMaster" Target="/ppt/notesMasters/notesMaster1.xml" Id="R659e68e875af4c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动画来自项目原始逐帧资源。扶车采用6帧中的第1、3、6帧。实际骑行摔倒后连按F触发扶车，交警采用高低位6帧循环。来源：src/scenes/Ride.js、src/ui.js、assets/img/character。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截图来源：本地实际游戏运行。通过现有Phaser场景入口设定场景与状态，校内/校外道路使用键盘前进后截图。未修改游戏源代码。校内路线较长且有坡，校外较短、有汽车和交警风险。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依据当前版本src/config.js与src/state.js。金钱：money.start=100, allowance=30, passenger.reward=15，次日起发生活费。饱腹度低于30时速度乘0.7。挪车40%指FindCar的dominoChance，停车场碰倒概率为50%。违停被贴条50%。充电60%直接充到100，否则增加30点并封顶100。硬闯被抓概率=min(90%,30%+成功硬闯次数×15个百分点)。首日交警与搭车同学保底出现，次日起才按概率。隐藏结局在流程检查点触发。可讲解例子：为了省钱不吃饭，饱腹度下降使移动变慢，从而增加迟到风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6张均为游戏Ending场景的实际运行截图。通过既有场景入口分别加载结局，不代表同一次游玩的结果。判定来源：src/state.js finalEndingKey/hiddenEndingKey/tryRun，src/config.js ending.totalDays=3, passMaxLate=5。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03f408884447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6dfe5d5a884630" /><Relationship Type="http://schemas.openxmlformats.org/officeDocument/2006/relationships/slideLayout" Target="/ppt/slideLayouts/slideLayout1.xml" Id="Rd12bba3b8c6142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2bba3b8c6142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c58e32d2be44cc" /><Relationship Type="http://schemas.openxmlformats.org/officeDocument/2006/relationships/image" Target="/ppt/media/image.png" Id="R3325fb9ac5c744f9" /><Relationship Type="http://schemas.openxmlformats.org/officeDocument/2006/relationships/image" Target="/ppt/media/image2.png" Id="Ra3d5256bde174e23" /><Relationship Type="http://schemas.openxmlformats.org/officeDocument/2006/relationships/image" Target="/ppt/media/image3.png" Id="R785290a808964ea7" /><Relationship Type="http://schemas.openxmlformats.org/officeDocument/2006/relationships/image" Target="/ppt/media/image4.png" Id="Rd6f28736a2304a93" /><Relationship Type="http://schemas.openxmlformats.org/officeDocument/2006/relationships/image" Target="/ppt/media/image5.png" Id="R7df41cd1f29a4fed" /><Relationship Type="http://schemas.openxmlformats.org/officeDocument/2006/relationships/image" Target="/ppt/media/image6.png" Id="R0b62ea624d06485e" /><Relationship Type="http://schemas.openxmlformats.org/officeDocument/2006/relationships/image" Target="/ppt/media/image7.png" Id="R3bca87cb7470452d" /><Relationship Type="http://schemas.openxmlformats.org/officeDocument/2006/relationships/image" Target="/ppt/media/image8.png" Id="R2b7a296ba99442ba" /><Relationship Type="http://schemas.openxmlformats.org/officeDocument/2006/relationships/image" Target="/ppt/media/image9.png" Id="Rcd230b51230e4fe5" /><Relationship Type="http://schemas.openxmlformats.org/officeDocument/2006/relationships/image" Target="/ppt/media/image10.png" Id="R1ce80c5ae0094f7b" /><Relationship Type="http://schemas.openxmlformats.org/officeDocument/2006/relationships/image" Target="/ppt/media/image11.png" Id="R35af1cdc5b84433a" /><Relationship Type="http://schemas.openxmlformats.org/officeDocument/2006/relationships/image" Target="/ppt/media/image12.png" Id="R7c825e69f0ee446a" /><Relationship Type="http://schemas.openxmlformats.org/officeDocument/2006/relationships/notesSlide" Target="/ppt/notesSlides/notesSlide1.xml" Id="R67aacffc74a849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32275a7c448ab" /><Relationship Type="http://schemas.openxmlformats.org/officeDocument/2006/relationships/image" Target="/ppt/media/image13.png" Id="Rd4a93ee34d174702" /><Relationship Type="http://schemas.openxmlformats.org/officeDocument/2006/relationships/image" Target="/ppt/media/image14.png" Id="Rb7fcfd179aed45c6" /><Relationship Type="http://schemas.openxmlformats.org/officeDocument/2006/relationships/image" Target="/ppt/media/image15.png" Id="R7de1f3a9698540f3" /><Relationship Type="http://schemas.openxmlformats.org/officeDocument/2006/relationships/image" Target="/ppt/media/image16.png" Id="R2ffbe7a0e6a843d7" /><Relationship Type="http://schemas.openxmlformats.org/officeDocument/2006/relationships/notesSlide" Target="/ppt/notesSlides/notesSlide2.xml" Id="R69093f00a4de4b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e5a9d00b0409b" /><Relationship Type="http://schemas.openxmlformats.org/officeDocument/2006/relationships/notesSlide" Target="/ppt/notesSlides/notesSlide3.xml" Id="R4f062bec955448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16a4f1a234c85" /><Relationship Type="http://schemas.openxmlformats.org/officeDocument/2006/relationships/image" Target="/ppt/media/image17.png" Id="Re916b7195eff443e" /><Relationship Type="http://schemas.openxmlformats.org/officeDocument/2006/relationships/image" Target="/ppt/media/image18.png" Id="Rc8aa1c4bebf74ec8" /><Relationship Type="http://schemas.openxmlformats.org/officeDocument/2006/relationships/image" Target="/ppt/media/image19.png" Id="R118cc8080ccd463c" /><Relationship Type="http://schemas.openxmlformats.org/officeDocument/2006/relationships/image" Target="/ppt/media/image20.png" Id="Rb1b285bd7f6247e2" /><Relationship Type="http://schemas.openxmlformats.org/officeDocument/2006/relationships/image" Target="/ppt/media/image21.png" Id="R8cb66991c0ae404b" /><Relationship Type="http://schemas.openxmlformats.org/officeDocument/2006/relationships/image" Target="/ppt/media/image22.png" Id="Rcee90b9373464f56" /><Relationship Type="http://schemas.openxmlformats.org/officeDocument/2006/relationships/notesSlide" Target="/ppt/notesSlides/notesSlide4.xml" Id="R75fdfc10e04e43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3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794BDE-B51F-4C27-B3B3-0BA4340E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角色动画：四组动作示例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C8A01-7C2B-4D7B-9A37-5814418A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连续帧展示动作变化，关键帧对应玩家操作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6E7B5-9836-4641-BF9D-38CF5D29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小电驴的一天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08528-A73A-4D04-94D0-A17BD3C0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1 /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D41CC-87A2-47C7-8D3B-570309BB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5732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行走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747F7-B7E1-45D6-878C-9E148C64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240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3 帧循环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5fb9ac5c744f9"/>
          <a:stretch xmlns:a="http://schemas.openxmlformats.org/drawingml/2006/main"/>
        </p:blipFill>
        <p:spPr>
          <a:xfrm xmlns:a="http://schemas.openxmlformats.org/drawingml/2006/main">
            <a:off x="995828" y="1905000"/>
            <a:ext cx="1151595" cy="1724025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5256bde174e23"/>
          <a:stretch xmlns:a="http://schemas.openxmlformats.org/drawingml/2006/main"/>
        </p:blipFill>
        <p:spPr>
          <a:xfrm xmlns:a="http://schemas.openxmlformats.org/drawingml/2006/main">
            <a:off x="2662703" y="1905000"/>
            <a:ext cx="1151595" cy="1724025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290a808964ea7"/>
          <a:stretch xmlns:a="http://schemas.openxmlformats.org/drawingml/2006/main"/>
        </p:blipFill>
        <p:spPr>
          <a:xfrm xmlns:a="http://schemas.openxmlformats.org/drawingml/2006/main">
            <a:off x="4329578" y="1905000"/>
            <a:ext cx="1151595" cy="17240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D6CBC-FEF8-4845-AB97-2FB23367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5732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推车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2A9D97-99C9-4F54-B555-9490A604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240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3 帧循环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f28736a2304a93"/>
          <a:stretch xmlns:a="http://schemas.openxmlformats.org/drawingml/2006/main"/>
        </p:blipFill>
        <p:spPr>
          <a:xfrm xmlns:a="http://schemas.openxmlformats.org/drawingml/2006/main">
            <a:off x="6806078" y="1905000"/>
            <a:ext cx="1151595" cy="1724025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f41cd1f29a4fed"/>
          <a:stretch xmlns:a="http://schemas.openxmlformats.org/drawingml/2006/main"/>
        </p:blipFill>
        <p:spPr>
          <a:xfrm xmlns:a="http://schemas.openxmlformats.org/drawingml/2006/main">
            <a:off x="8472953" y="1905000"/>
            <a:ext cx="1151595" cy="1724025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62ea624d06485e"/>
          <a:stretch xmlns:a="http://schemas.openxmlformats.org/drawingml/2006/main"/>
        </p:blipFill>
        <p:spPr>
          <a:xfrm xmlns:a="http://schemas.openxmlformats.org/drawingml/2006/main">
            <a:off x="10139828" y="1905000"/>
            <a:ext cx="1151595" cy="172402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5ED0D1-2645-4D7B-8EBC-2748300C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766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扶车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639E61-157F-423C-85F4-9BFB7001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433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6 帧中的第 1、3、6 帧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ca87cb7470452d"/>
          <a:stretch xmlns:a="http://schemas.openxmlformats.org/drawingml/2006/main"/>
        </p:blipFill>
        <p:spPr>
          <a:xfrm xmlns:a="http://schemas.openxmlformats.org/drawingml/2006/main">
            <a:off x="809625" y="4614863"/>
            <a:ext cx="1524000" cy="1143000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a296ba99442ba"/>
          <a:stretch xmlns:a="http://schemas.openxmlformats.org/drawingml/2006/main"/>
        </p:blipFill>
        <p:spPr>
          <a:xfrm xmlns:a="http://schemas.openxmlformats.org/drawingml/2006/main">
            <a:off x="2476500" y="4614863"/>
            <a:ext cx="1524000" cy="1143000"/>
          </a:xfrm>
          <a:prstGeom xmlns:a="http://schemas.openxmlformats.org/drawingml/2006/main" prst="rect">
            <a:avLst/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230b51230e4fe5"/>
          <a:stretch xmlns:a="http://schemas.openxmlformats.org/drawingml/2006/main"/>
        </p:blipFill>
        <p:spPr>
          <a:xfrm xmlns:a="http://schemas.openxmlformats.org/drawingml/2006/main">
            <a:off x="4143375" y="4614863"/>
            <a:ext cx="1524000" cy="11430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5775D4-FA2B-40CF-852D-99DEF089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766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交警挥棒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766BD5-D8A3-4273-8D6B-AE3CBACC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433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高低位动作关键帧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80c5ae0094f7b"/>
          <a:stretch xmlns:a="http://schemas.openxmlformats.org/drawingml/2006/main"/>
        </p:blipFill>
        <p:spPr>
          <a:xfrm xmlns:a="http://schemas.openxmlformats.org/drawingml/2006/main">
            <a:off x="6806078" y="4324350"/>
            <a:ext cx="1151595" cy="1724025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af1cdc5b84433a"/>
          <a:stretch xmlns:a="http://schemas.openxmlformats.org/drawingml/2006/main"/>
        </p:blipFill>
        <p:spPr>
          <a:xfrm xmlns:a="http://schemas.openxmlformats.org/drawingml/2006/main">
            <a:off x="8472953" y="4324350"/>
            <a:ext cx="1151595" cy="1724025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825e69f0ee446a"/>
          <a:stretch xmlns:a="http://schemas.openxmlformats.org/drawingml/2006/main"/>
        </p:blipFill>
        <p:spPr>
          <a:xfrm xmlns:a="http://schemas.openxmlformats.org/drawingml/2006/main">
            <a:off x="10139828" y="4324350"/>
            <a:ext cx="1151595" cy="1724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2589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3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9C93D2-1888-48E2-BF46-473CEA89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游戏场景：找车、骑行与充电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96FAB-8493-48FF-94CE-EBB874F5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找车、校内道路、校外道路和充电区的游戏运行画面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DBCC7-6631-4C57-83B5-39F9BEE4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小电驴的一天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B0578-37C3-477A-BB7F-555F8A61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2 /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7BB72-0C3E-49F0-9228-3977C520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538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找车场景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a93ee34d174702"/>
          <a:stretch xmlns:a="http://schemas.openxmlformats.org/drawingml/2006/main"/>
        </p:blipFill>
        <p:spPr>
          <a:xfrm xmlns:a="http://schemas.openxmlformats.org/drawingml/2006/main">
            <a:off x="1351703" y="1724025"/>
            <a:ext cx="3697393" cy="207978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4361D-7732-4268-9EDC-ACA21A75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538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校内道路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fcfd179aed45c6"/>
          <a:stretch xmlns:a="http://schemas.openxmlformats.org/drawingml/2006/main"/>
        </p:blipFill>
        <p:spPr>
          <a:xfrm xmlns:a="http://schemas.openxmlformats.org/drawingml/2006/main">
            <a:off x="7114328" y="1724025"/>
            <a:ext cx="3697393" cy="207978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793178-51E1-4C7E-B656-F01B88CC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538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校外道路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1f3a9698540f3"/>
          <a:stretch xmlns:a="http://schemas.openxmlformats.org/drawingml/2006/main"/>
        </p:blipFill>
        <p:spPr>
          <a:xfrm xmlns:a="http://schemas.openxmlformats.org/drawingml/2006/main">
            <a:off x="1351703" y="4200525"/>
            <a:ext cx="3697393" cy="2079784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BEA0E6-D027-49B4-911D-65E84BEF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57625"/>
            <a:ext cx="538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充电场景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be7a0e6a843d7"/>
          <a:stretch xmlns:a="http://schemas.openxmlformats.org/drawingml/2006/main"/>
        </p:blipFill>
        <p:spPr>
          <a:xfrm xmlns:a="http://schemas.openxmlformats.org/drawingml/2006/main">
            <a:off x="7114328" y="4200525"/>
            <a:ext cx="3697393" cy="20797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8600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3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6597CA-0192-4EB2-9CC5-14424A1B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核心机制：资源管理与概率事件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6DC865-B102-4962-9D9F-42899EB8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玩家需要在花钱、吃饭、赶课和骑行风险之间做取舍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67BB4-5A0B-4C50-9028-53A104B6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小电驴的一天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14518-20DA-4C88-B5F7-B8198C2C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3 /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91F97-C561-42F3-91AE-88DBE7E8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金钱机制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84085-AE7C-496F-8261-7B222A44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初始 ¥100，次日生活费 +¥30</a:t>
            </a:r>
          </a:p>
          <a:p xmlns:a="http://schemas.openxmlformats.org/drawingml/2006/main">
            <a:pPr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吃饭、充电、罚款消耗金钱</a:t>
            </a:r>
          </a:p>
          <a:p xmlns:a="http://schemas.openxmlformats.org/drawingml/2006/main">
            <a:pPr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载同学送达赚 ¥15，余额 ≤0 触发结局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5312C0-78A5-4A8F-A461-F95CFFE8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716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饥饿度机制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616CB-B908-45D7-804F-B39B0D80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4312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以饱腹度表示，初始 80，最高 100</a:t>
            </a:r>
          </a:p>
          <a:p xmlns:a="http://schemas.openxmlformats.org/drawingml/2006/main">
            <a:pPr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每段课 −25，过夜 −15，吃饭恢复</a:t>
            </a:r>
          </a:p>
          <a:p xmlns:a="http://schemas.openxmlformats.org/drawingml/2006/main">
            <a:pPr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低于 30 移速降至 70%，降至 0 会昏倒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990D0-5302-427D-8B5D-CE52FEBF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957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电量与时间机制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CB9BC-77AC-40C0-B6BF-AA58DA95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6722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骑行耗电，上坡和载人加重消耗</a:t>
            </a:r>
          </a:p>
          <a:p xmlns:a="http://schemas.openxmlformats.org/drawingml/2006/main">
            <a:pPr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没电需推车，额外花费 15 分钟</a:t>
            </a:r>
          </a:p>
          <a:p xmlns:a="http://schemas.openxmlformats.org/drawingml/2006/main">
            <a:pPr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赶课与 23:00 门禁形成时间压力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21FAB4-4A50-474A-B614-16EABC74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957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5D6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5D6BE"/>
                </a:solidFill>
                <a:latin typeface="Microsoft YaHei"/>
                <a:ea typeface="Microsoft YaHei"/>
                <a:cs typeface="Microsoft YaHei"/>
              </a:rPr>
              <a:t>随机／概率事件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B48D5A-E59D-42B6-BAD5-A2AD4D9B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6722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挪车连倒 40%，违停被罚 50%</a:t>
            </a:r>
          </a:p>
          <a:p xmlns:a="http://schemas.openxmlformats.org/drawingml/2006/main">
            <a:pPr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充电充满 60%，否则只增加 30 电量</a:t>
            </a:r>
          </a:p>
          <a:p xmlns:a="http://schemas.openxmlformats.org/drawingml/2006/main">
            <a:pPr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硬闯被抓从 30% 起，每成功一次加 15 个百分点</a:t>
            </a:r>
          </a:p>
        </p:txBody>
      </p:sp>
    </p:spTree>
    <p:extLst>
      <p:ext uri="{BB962C8B-B14F-4D97-AF65-F5344CB8AC3E}">
        <p14:creationId xmlns:p14="http://schemas.microsoft.com/office/powerpoint/2010/main" val="7931006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3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9CC674-8951-4AE2-B6D6-E94FC436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多结局：不同选择对应不同结果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4417DC-1882-4EDD-A173-A1BB7A7A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正常结局由三天累计迟到次数判定，风险事件可提前结束游戏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981F9-2E3C-4848-AE18-E2447E8D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小电驴的一天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9A3A7-09F6-4BFB-9E96-C0BE162F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4 / 4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6b7195eff443e"/>
          <a:stretch xmlns:a="http://schemas.openxmlformats.org/drawingml/2006/main"/>
        </p:blipFill>
        <p:spPr>
          <a:xfrm xmlns:a="http://schemas.openxmlformats.org/drawingml/2006/main">
            <a:off x="571500" y="1428750"/>
            <a:ext cx="3571875" cy="200918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BE5F6-53F7-4138-A7B4-21D6360F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完美：0 次迟到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aa1c4bebf74ec8"/>
          <a:stretch xmlns:a="http://schemas.openxmlformats.org/drawingml/2006/main"/>
        </p:blipFill>
        <p:spPr>
          <a:xfrm xmlns:a="http://schemas.openxmlformats.org/drawingml/2006/main">
            <a:off x="4429125" y="1428750"/>
            <a:ext cx="3571875" cy="200918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A9B7A-2D9E-4874-B9B0-FA2D3259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7662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合格：1–5 次迟到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8cc8080ccd463c"/>
          <a:stretch xmlns:a="http://schemas.openxmlformats.org/drawingml/2006/main"/>
        </p:blipFill>
        <p:spPr>
          <a:xfrm xmlns:a="http://schemas.openxmlformats.org/drawingml/2006/main">
            <a:off x="8286750" y="1428750"/>
            <a:ext cx="3571875" cy="200918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8FA8CA-6F74-49E1-BF88-220A4FD5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7662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不合格：超过 5 次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b285bd7f6247e2"/>
          <a:stretch xmlns:a="http://schemas.openxmlformats.org/drawingml/2006/main"/>
        </p:blipFill>
        <p:spPr>
          <a:xfrm xmlns:a="http://schemas.openxmlformats.org/drawingml/2006/main">
            <a:off x="571500" y="3848100"/>
            <a:ext cx="3571875" cy="200918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0AA2CF-B41A-4443-B753-AC926880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9597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5D6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5D6BE"/>
                </a:solidFill>
                <a:latin typeface="Microsoft YaHei"/>
                <a:ea typeface="Microsoft YaHei"/>
                <a:cs typeface="Microsoft YaHei"/>
              </a:rPr>
              <a:t>派出所：硬闯被抓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b66991c0ae404b"/>
          <a:stretch xmlns:a="http://schemas.openxmlformats.org/drawingml/2006/main"/>
        </p:blipFill>
        <p:spPr>
          <a:xfrm xmlns:a="http://schemas.openxmlformats.org/drawingml/2006/main">
            <a:off x="4429125" y="3848100"/>
            <a:ext cx="3571875" cy="200918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2F29C9-FAC0-47C9-8D63-76735963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89597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5D6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5D6BE"/>
                </a:solidFill>
                <a:latin typeface="Microsoft YaHei"/>
                <a:ea typeface="Microsoft YaHei"/>
                <a:cs typeface="Microsoft YaHei"/>
              </a:rPr>
              <a:t>昏倒：饱腹度耗尽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e90b9373464f56"/>
          <a:stretch xmlns:a="http://schemas.openxmlformats.org/drawingml/2006/main"/>
        </p:blipFill>
        <p:spPr>
          <a:xfrm xmlns:a="http://schemas.openxmlformats.org/drawingml/2006/main">
            <a:off x="8286750" y="3848100"/>
            <a:ext cx="3571875" cy="200918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602034-0636-4253-A89B-F73FC3CC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89597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5D6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5D6BE"/>
                </a:solidFill>
                <a:latin typeface="Microsoft YaHei"/>
                <a:ea typeface="Microsoft YaHei"/>
                <a:cs typeface="Microsoft YaHei"/>
              </a:rPr>
              <a:t>身无分文：余额耗尽</a:t>
            </a:r>
          </a:p>
        </p:txBody>
      </p:sp>
    </p:spTree>
    <p:extLst>
      <p:ext uri="{BB962C8B-B14F-4D97-AF65-F5344CB8AC3E}">
        <p14:creationId xmlns:p14="http://schemas.microsoft.com/office/powerpoint/2010/main" val="7595506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2026-09-27T07:03:48.3400000Z</dcterms:created>
  <dcterms:modified xsi:type="dcterms:W3CDTF">2026-09-27T07:03:48.3400000Z</dcterms:modified>
</coreProperties>
</file>