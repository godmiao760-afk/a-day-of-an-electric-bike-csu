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2e024f89a74147" /><Relationship Type="http://schemas.openxmlformats.org/officeDocument/2006/relationships/extended-properties" Target="/docProps/app.xml" Id="Rd9ba73314f8c4ee8" /><Relationship Type="http://schemas.openxmlformats.org/officeDocument/2006/relationships/officeDocument" Target="/ppt/presentation.xml" Id="Rd04390b44a0c49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a6949577b4683"/>
  </p:sldMasterIdLst>
  <p:notesMasterIdLst>
    <p:notesMasterId xmlns:r="http://schemas.openxmlformats.org/officeDocument/2006/relationships" r:id="Rd2c14315cd0f4123"/>
  </p:notesMasterIdLst>
  <p:sldIdLst>
    <p:sldId xmlns:r="http://schemas.openxmlformats.org/officeDocument/2006/relationships" id="256" r:id="R90aee3038d834496"/>
    <p:sldId xmlns:r="http://schemas.openxmlformats.org/officeDocument/2006/relationships" id="257" r:id="R7aec5d17a94a477d"/>
    <p:sldId xmlns:r="http://schemas.openxmlformats.org/officeDocument/2006/relationships" id="258" r:id="R4a9d3ff4b25a4def"/>
    <p:sldId xmlns:r="http://schemas.openxmlformats.org/officeDocument/2006/relationships" id="259" r:id="R4f2a8edaa68b47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cc5c0744ef42fe" /><Relationship Type="http://schemas.openxmlformats.org/officeDocument/2006/relationships/slideMaster" Target="/ppt/slideMasters/slideMaster1.xml" Id="R5cea6949577b4683" /><Relationship Type="http://schemas.openxmlformats.org/officeDocument/2006/relationships/notesMaster" Target="/ppt/notesMasters/notesMaster1.xml" Id="Rd2c14315cd0f4123" /><Relationship Type="http://schemas.openxmlformats.org/officeDocument/2006/relationships/presProps" Target="/ppt/presProps.xml" Id="Rc0f3bedc65ad4180" /><Relationship Type="http://schemas.openxmlformats.org/officeDocument/2006/relationships/tableStyles" Target="/ppt/tableStyles.xml" Id="R32d8fa8120b04150" /><Relationship Type="http://schemas.openxmlformats.org/officeDocument/2006/relationships/slide" Target="/ppt/slides/slide1.xml" Id="R90aee3038d834496" /><Relationship Type="http://schemas.openxmlformats.org/officeDocument/2006/relationships/slide" Target="/ppt/slides/slide2.xml" Id="R7aec5d17a94a477d" /><Relationship Type="http://schemas.openxmlformats.org/officeDocument/2006/relationships/slide" Target="/ppt/slides/slide3.xml" Id="R4a9d3ff4b25a4def" /><Relationship Type="http://schemas.openxmlformats.org/officeDocument/2006/relationships/slide" Target="/ppt/slides/slide4.xml" Id="R4f2a8edaa68b47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2de390af594c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b7c4e42764f1d" /><Relationship Type="http://schemas.openxmlformats.org/officeDocument/2006/relationships/notesMaster" Target="/ppt/notesMasters/notesMaster1.xml" Id="R4a278806d83643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8905ebc03436b" /><Relationship Type="http://schemas.openxmlformats.org/officeDocument/2006/relationships/notesMaster" Target="/ppt/notesMasters/notesMaster1.xml" Id="Re7873cbadf624a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e1fcc745242a6" /><Relationship Type="http://schemas.openxmlformats.org/officeDocument/2006/relationships/notesMaster" Target="/ppt/notesMasters/notesMaster1.xml" Id="R9fb71ef7ebcb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fdd3e6c0c41b7" /><Relationship Type="http://schemas.openxmlformats.org/officeDocument/2006/relationships/notesMaster" Target="/ppt/notesMasters/notesMaster1.xml" Id="R37a30bb8bc75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动画来自项目原始逐帧资源。扶车采用6帧中的第1、3、6帧。实际骑行摔倒后连按F触发扶车，交警采用高低位6帧循环。来源：src/scenes/Ride.js、src/ui.js、assets/img/character。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截图来源：本地实际游戏运行。通过现有Phaser场景入口设定场景与状态，校内/校外道路使用键盘前进后截图。未修改游戏源代码。校内路线较长且有坡，校外较短、有汽车和交警风险。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依据当前版本src/config.js与src/state.js。金钱：money.start=100, allowance=30, passenger.reward=15，次日起发生活费。饱腹度低于30时速度乘0.7。挪车40%指FindCar的dominoChance，停车场碰倒概率为50%。违停被贴条50%。充电60%直接充到100，否则增加30点并封顶100。硬闯被抓概率=min(90%,30%+成功硬闯次数×15个百分点)。首日交警与搭车同学保底出现，次日起才按概率。隐藏结局在流程检查点触发。可讲解例子：为了省钱不吃饭，饱腹度下降使移动变慢，从而增加迟到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6张均为游戏Ending场景的实际运行截图。通过既有场景入口分别加载结局，不代表同一次游玩的结果。判定来源：src/state.js finalEndingKey/hiddenEndingKey/tryRun，src/config.js ending.totalDays=3, passMaxLate=5。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74214ccd04b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9223e649844a87" /><Relationship Type="http://schemas.openxmlformats.org/officeDocument/2006/relationships/slideLayout" Target="/ppt/slideLayouts/slideLayout1.xml" Id="R56ca963ed12f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a963ed12f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0dc52c6dc404b" /><Relationship Type="http://schemas.openxmlformats.org/officeDocument/2006/relationships/image" Target="/ppt/media/image.png" Id="R4401891cd2894f64" /><Relationship Type="http://schemas.openxmlformats.org/officeDocument/2006/relationships/image" Target="/ppt/media/image2.png" Id="R891a8045af6f452c" /><Relationship Type="http://schemas.openxmlformats.org/officeDocument/2006/relationships/image" Target="/ppt/media/image3.png" Id="R582e1d58fc1c4ea4" /><Relationship Type="http://schemas.openxmlformats.org/officeDocument/2006/relationships/image" Target="/ppt/media/image4.png" Id="Rc3ef349c197b4e50" /><Relationship Type="http://schemas.openxmlformats.org/officeDocument/2006/relationships/image" Target="/ppt/media/image5.png" Id="R089610cca47a48e2" /><Relationship Type="http://schemas.openxmlformats.org/officeDocument/2006/relationships/image" Target="/ppt/media/image6.png" Id="R063c38cdf16f40f8" /><Relationship Type="http://schemas.openxmlformats.org/officeDocument/2006/relationships/image" Target="/ppt/media/image7.png" Id="Rdba9bec9e12f4323" /><Relationship Type="http://schemas.openxmlformats.org/officeDocument/2006/relationships/image" Target="/ppt/media/image8.png" Id="Rf4829f6bd4544114" /><Relationship Type="http://schemas.openxmlformats.org/officeDocument/2006/relationships/image" Target="/ppt/media/image9.png" Id="R26209ce49ef24ada" /><Relationship Type="http://schemas.openxmlformats.org/officeDocument/2006/relationships/image" Target="/ppt/media/image10.png" Id="Ra4c8217458df4ee5" /><Relationship Type="http://schemas.openxmlformats.org/officeDocument/2006/relationships/image" Target="/ppt/media/image11.png" Id="R6e5cebc69c67459b" /><Relationship Type="http://schemas.openxmlformats.org/officeDocument/2006/relationships/image" Target="/ppt/media/image12.png" Id="R4a254cc3fe01489e" /><Relationship Type="http://schemas.openxmlformats.org/officeDocument/2006/relationships/notesSlide" Target="/ppt/notesSlides/notesSlide1.xml" Id="R7dfbe440f1f246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0eb65ac1c437b" /><Relationship Type="http://schemas.openxmlformats.org/officeDocument/2006/relationships/image" Target="/ppt/media/image13.png" Id="Rf7c12bd43997440d" /><Relationship Type="http://schemas.openxmlformats.org/officeDocument/2006/relationships/image" Target="/ppt/media/image14.png" Id="R0e4d0136cad34fa7" /><Relationship Type="http://schemas.openxmlformats.org/officeDocument/2006/relationships/image" Target="/ppt/media/image15.png" Id="R36631631604545ab" /><Relationship Type="http://schemas.openxmlformats.org/officeDocument/2006/relationships/image" Target="/ppt/media/image16.png" Id="R9a5f46de95cc4295" /><Relationship Type="http://schemas.openxmlformats.org/officeDocument/2006/relationships/notesSlide" Target="/ppt/notesSlides/notesSlide2.xml" Id="R0e0ed9dcb7e0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5df4eaabb4a36" /><Relationship Type="http://schemas.openxmlformats.org/officeDocument/2006/relationships/notesSlide" Target="/ppt/notesSlides/notesSlide3.xml" Id="R17fc908c5fd8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20807aa1c400f" /><Relationship Type="http://schemas.openxmlformats.org/officeDocument/2006/relationships/image" Target="/ppt/media/image17.png" Id="R56d5a0b63fb54696" /><Relationship Type="http://schemas.openxmlformats.org/officeDocument/2006/relationships/image" Target="/ppt/media/image18.png" Id="Rbb7d41da69384757" /><Relationship Type="http://schemas.openxmlformats.org/officeDocument/2006/relationships/image" Target="/ppt/media/image19.png" Id="R57ea4d6c1a424d89" /><Relationship Type="http://schemas.openxmlformats.org/officeDocument/2006/relationships/image" Target="/ppt/media/image20.png" Id="Rf2262c8781bf4965" /><Relationship Type="http://schemas.openxmlformats.org/officeDocument/2006/relationships/image" Target="/ppt/media/image21.png" Id="Ra73e2eff53d8477a" /><Relationship Type="http://schemas.openxmlformats.org/officeDocument/2006/relationships/image" Target="/ppt/media/image22.png" Id="R17c3bc4bba044f51" /><Relationship Type="http://schemas.openxmlformats.org/officeDocument/2006/relationships/notesSlide" Target="/ppt/notesSlides/notesSlide4.xml" Id="Rbfea7d48cfba47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5969F-0DA1-4035-9635-12A6D86E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角色动画：四组动作示例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05DE0-957D-4CC4-9D31-9E505486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连续帧展示动作变化，关键帧对应玩家操作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75784-A446-45BA-869E-6EF1765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BE986-4E9D-4E56-9F5D-BC0A0DF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876C7-32DB-4E7A-9F9B-CCB489D9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AA041-DC82-47E9-A404-43BF53FD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1891cd2894f64"/>
          <a:stretch xmlns:a="http://schemas.openxmlformats.org/drawingml/2006/main"/>
        </p:blipFill>
        <p:spPr>
          <a:xfrm xmlns:a="http://schemas.openxmlformats.org/drawingml/2006/main">
            <a:off x="995828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a8045af6f452c"/>
          <a:stretch xmlns:a="http://schemas.openxmlformats.org/drawingml/2006/main"/>
        </p:blipFill>
        <p:spPr>
          <a:xfrm xmlns:a="http://schemas.openxmlformats.org/drawingml/2006/main">
            <a:off x="2662703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e1d58fc1c4ea4"/>
          <a:stretch xmlns:a="http://schemas.openxmlformats.org/drawingml/2006/main"/>
        </p:blipFill>
        <p:spPr>
          <a:xfrm xmlns:a="http://schemas.openxmlformats.org/drawingml/2006/main">
            <a:off x="4329578" y="1905000"/>
            <a:ext cx="1151595" cy="17240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10916-5759-4FE9-9F3A-1D5A24C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573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推车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3488C-97B1-44A9-9561-5EDFD1F8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f349c197b4e50"/>
          <a:stretch xmlns:a="http://schemas.openxmlformats.org/drawingml/2006/main"/>
        </p:blipFill>
        <p:spPr>
          <a:xfrm xmlns:a="http://schemas.openxmlformats.org/drawingml/2006/main">
            <a:off x="6806078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610cca47a48e2"/>
          <a:stretch xmlns:a="http://schemas.openxmlformats.org/drawingml/2006/main"/>
        </p:blipFill>
        <p:spPr>
          <a:xfrm xmlns:a="http://schemas.openxmlformats.org/drawingml/2006/main">
            <a:off x="8472953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c38cdf16f40f8"/>
          <a:stretch xmlns:a="http://schemas.openxmlformats.org/drawingml/2006/main"/>
        </p:blipFill>
        <p:spPr>
          <a:xfrm xmlns:a="http://schemas.openxmlformats.org/drawingml/2006/main">
            <a:off x="10139828" y="1905000"/>
            <a:ext cx="1151595" cy="17240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72FA5-329D-4DBA-A4AD-8AF3502F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扶车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82748-0822-42E2-A47F-4A38DB2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6 帧中的第 1、3、6 帧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9bec9e12f4323"/>
          <a:stretch xmlns:a="http://schemas.openxmlformats.org/drawingml/2006/main"/>
        </p:blipFill>
        <p:spPr>
          <a:xfrm xmlns:a="http://schemas.openxmlformats.org/drawingml/2006/main">
            <a:off x="809625" y="461486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29f6bd4544114"/>
          <a:stretch xmlns:a="http://schemas.openxmlformats.org/drawingml/2006/main"/>
        </p:blipFill>
        <p:spPr>
          <a:xfrm xmlns:a="http://schemas.openxmlformats.org/drawingml/2006/main">
            <a:off x="2476500" y="461486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09ce49ef24ada"/>
          <a:stretch xmlns:a="http://schemas.openxmlformats.org/drawingml/2006/main"/>
        </p:blipFill>
        <p:spPr>
          <a:xfrm xmlns:a="http://schemas.openxmlformats.org/drawingml/2006/main">
            <a:off x="4143375" y="4614863"/>
            <a:ext cx="1524000" cy="1143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F81AE-C82D-434B-A71F-38FF7A65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交警挥棒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0E6C5-F5B7-4FE1-A6C0-B5D4F24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高低位动作关键帧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8217458df4ee5"/>
          <a:stretch xmlns:a="http://schemas.openxmlformats.org/drawingml/2006/main"/>
        </p:blipFill>
        <p:spPr>
          <a:xfrm xmlns:a="http://schemas.openxmlformats.org/drawingml/2006/main">
            <a:off x="6806078" y="432435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cebc69c67459b"/>
          <a:stretch xmlns:a="http://schemas.openxmlformats.org/drawingml/2006/main"/>
        </p:blipFill>
        <p:spPr>
          <a:xfrm xmlns:a="http://schemas.openxmlformats.org/drawingml/2006/main">
            <a:off x="8472953" y="432435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54cc3fe01489e"/>
          <a:stretch xmlns:a="http://schemas.openxmlformats.org/drawingml/2006/main"/>
        </p:blipFill>
        <p:spPr>
          <a:xfrm xmlns:a="http://schemas.openxmlformats.org/drawingml/2006/main">
            <a:off x="10139828" y="4324350"/>
            <a:ext cx="1151595" cy="1724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6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981E0-29DD-4527-B3E0-A4D2341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游戏场景：找车、骑行与充电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EBAF0-884F-4E15-BC96-819F4150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找车、校内道路、校外道路和充电区的游戏运行画面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D5FD-9E22-431C-9120-7073BB70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9D0A7-C771-4CC7-AFF4-C4A9E374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17AF7-1FBD-4DFF-9DC9-46298DBB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23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找车场景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12bd43997440d"/>
          <a:stretch xmlns:a="http://schemas.openxmlformats.org/drawingml/2006/main"/>
        </p:blipFill>
        <p:spPr>
          <a:xfrm xmlns:a="http://schemas.openxmlformats.org/drawingml/2006/main">
            <a:off x="1095375" y="1657350"/>
            <a:ext cx="3962400" cy="2228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63DD1-D413-4584-8A81-13C36AF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23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校内道路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d0136cad34fa7"/>
          <a:stretch xmlns:a="http://schemas.openxmlformats.org/drawingml/2006/main"/>
        </p:blipFill>
        <p:spPr>
          <a:xfrm xmlns:a="http://schemas.openxmlformats.org/drawingml/2006/main">
            <a:off x="6905625" y="1657350"/>
            <a:ext cx="3962400" cy="2228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133DA-6697-432B-BE8B-0E1DAB13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004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校外道路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31631604545ab"/>
          <a:stretch xmlns:a="http://schemas.openxmlformats.org/drawingml/2006/main"/>
        </p:blipFill>
        <p:spPr>
          <a:xfrm xmlns:a="http://schemas.openxmlformats.org/drawingml/2006/main">
            <a:off x="1095375" y="4133850"/>
            <a:ext cx="3962400" cy="2228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B6A67-9137-42AC-BFF2-D3D14D6C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004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充电场景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f46de95cc4295"/>
          <a:stretch xmlns:a="http://schemas.openxmlformats.org/drawingml/2006/main"/>
        </p:blipFill>
        <p:spPr>
          <a:xfrm xmlns:a="http://schemas.openxmlformats.org/drawingml/2006/main">
            <a:off x="6905625" y="4133850"/>
            <a:ext cx="3962400" cy="2228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29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D3BDA-9E5A-4800-8B49-1F4DD7C4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核心机制：资源管理与概率事件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080B8-EC82-46BF-B89D-1B42448C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玩家需要在花钱、吃饭、赶课和骑行风险之间做取舍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FCB5B-1C49-438B-8BB6-D865E05E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F9C7A-9F90-4DD7-ABEE-480BF349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B0AEA-EBE2-4A7E-B66B-80CE5E9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金钱机制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E14CC-54D6-4B4C-9758-A6DFDD84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初始 ¥100，次日起每天生活费 +¥30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吃饭、充电、罚款消耗金钱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载同学送达赚 ¥15，余额 ≤0 触发结局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2B2CF-1993-43AC-BD50-73476B84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饥饿度机制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4C890-E2CB-4865-9DF3-C46FAAAB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以饱腹度表示，初始 80，最高 100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每段课 −25，过夜 −15，吃饭恢复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低于 30 移速降至 70%，降至 0 会昏倒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ADF8D-4A66-48F1-B66A-BAB4AAD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电量与时间机制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5B653-D3E8-4375-9E4D-8A720206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骑行耗电，上坡和载人加重消耗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没电需推车，额外花费 15 分钟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赶课与 23:00 门禁形成时间压力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91F48-A17C-47DA-8BCE-BF277FE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随机／概率事件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6FBE0-A9C1-4168-B8BF-7894A0D3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672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挪车连倒 40%，违停被罚 50%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充电充满 60%，否则增加 30 点电量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硬闯被抓 30% 起，成功一次 +15 个百分点</a:t>
            </a:r>
          </a:p>
          <a:p xmlns:a="http://schemas.openxmlformats.org/drawingml/2006/main">
            <a:pPr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被抓概率最高 90%</a:t>
            </a:r>
          </a:p>
        </p:txBody>
      </p:sp>
    </p:spTree>
    <p:extLst>
      <p:ext uri="{BB962C8B-B14F-4D97-AF65-F5344CB8AC3E}">
        <p14:creationId xmlns:p14="http://schemas.microsoft.com/office/powerpoint/2010/main" val="34722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95DBC-A8CE-4A5E-B26A-90A9C378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多结局：不同选择对应不同结果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58BE0-9E17-4FB8-B73A-DB54371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正常结局由三天累计迟到次数判定，风险事件可提前结束游戏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0A9EC-F805-47E8-930F-641C541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09E5F-9C60-45FF-8BA4-C94AF9DE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5a0b63fb54696"/>
          <a:stretch xmlns:a="http://schemas.openxmlformats.org/drawingml/2006/main"/>
        </p:blipFill>
        <p:spPr>
          <a:xfrm xmlns:a="http://schemas.openxmlformats.org/drawingml/2006/main">
            <a:off x="571500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138AA-1CA7-4B04-9FF9-D4DBBBB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完美：0 次迟到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d41da69384757"/>
          <a:stretch xmlns:a="http://schemas.openxmlformats.org/drawingml/2006/main"/>
        </p:blipFill>
        <p:spPr>
          <a:xfrm xmlns:a="http://schemas.openxmlformats.org/drawingml/2006/main">
            <a:off x="4429125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CAFB6-B74C-47D8-AADF-76546C77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合格：1–5 次迟到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a4d6c1a424d89"/>
          <a:stretch xmlns:a="http://schemas.openxmlformats.org/drawingml/2006/main"/>
        </p:blipFill>
        <p:spPr>
          <a:xfrm xmlns:a="http://schemas.openxmlformats.org/drawingml/2006/main">
            <a:off x="8286750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5F0C3-DDD8-4DB9-8771-56632AF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不合格：超过 5 次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62c8781bf4965"/>
          <a:stretch xmlns:a="http://schemas.openxmlformats.org/drawingml/2006/main"/>
        </p:blipFill>
        <p:spPr>
          <a:xfrm xmlns:a="http://schemas.openxmlformats.org/drawingml/2006/main">
            <a:off x="571500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6D916-82CA-4963-8F75-BCA22A4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派出所：硬闯被抓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e2eff53d8477a"/>
          <a:stretch xmlns:a="http://schemas.openxmlformats.org/drawingml/2006/main"/>
        </p:blipFill>
        <p:spPr>
          <a:xfrm xmlns:a="http://schemas.openxmlformats.org/drawingml/2006/main">
            <a:off x="4429125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6FDA6-0F1A-4D2B-87A1-C1EB5F9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昏倒：饱腹度耗尽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3bc4bba044f51"/>
          <a:stretch xmlns:a="http://schemas.openxmlformats.org/drawingml/2006/main"/>
        </p:blipFill>
        <p:spPr>
          <a:xfrm xmlns:a="http://schemas.openxmlformats.org/drawingml/2006/main">
            <a:off x="8286750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3B44C-0581-4409-9DC4-AA5749C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身无分文：余额耗尽</a:t>
            </a:r>
          </a:p>
        </p:txBody>
      </p:sp>
    </p:spTree>
    <p:extLst>
      <p:ext uri="{BB962C8B-B14F-4D97-AF65-F5344CB8AC3E}">
        <p14:creationId xmlns:p14="http://schemas.microsoft.com/office/powerpoint/2010/main" val="1568754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2026-09-27T07:06:27.0180000Z</dcterms:created>
  <dcterms:modified xsi:type="dcterms:W3CDTF">2026-09-27T07:06:27.0180000Z</dcterms:modified>
</coreProperties>
</file>