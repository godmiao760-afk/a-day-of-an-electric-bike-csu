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f3edca8f984bb3" /><Relationship Type="http://schemas.openxmlformats.org/officeDocument/2006/relationships/extended-properties" Target="/docProps/app.xml" Id="Raddf97a43d3c4dcd" /><Relationship Type="http://schemas.openxmlformats.org/officeDocument/2006/relationships/officeDocument" Target="/ppt/presentation.xml" Id="Red2bafefc9184a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0181686e84657"/>
  </p:sldMasterIdLst>
  <p:notesMasterIdLst>
    <p:notesMasterId xmlns:r="http://schemas.openxmlformats.org/officeDocument/2006/relationships" r:id="Rbe0279830f2c4a64"/>
  </p:notesMasterIdLst>
  <p:sldIdLst>
    <p:sldId xmlns:r="http://schemas.openxmlformats.org/officeDocument/2006/relationships" id="256" r:id="Ra1ad689359b14221"/>
    <p:sldId xmlns:r="http://schemas.openxmlformats.org/officeDocument/2006/relationships" id="257" r:id="Ra494f9de014a4fb8"/>
    <p:sldId xmlns:r="http://schemas.openxmlformats.org/officeDocument/2006/relationships" id="258" r:id="R1bd086e77fe74aa0"/>
    <p:sldId xmlns:r="http://schemas.openxmlformats.org/officeDocument/2006/relationships" id="259" r:id="R42fa2a3ea99b4919"/>
    <p:sldId xmlns:r="http://schemas.openxmlformats.org/officeDocument/2006/relationships" id="260" r:id="R3fc36d917eec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4211bd3254196" /><Relationship Type="http://schemas.openxmlformats.org/officeDocument/2006/relationships/slideMaster" Target="/ppt/slideMasters/slideMaster1.xml" Id="Ra640181686e84657" /><Relationship Type="http://schemas.openxmlformats.org/officeDocument/2006/relationships/notesMaster" Target="/ppt/notesMasters/notesMaster1.xml" Id="Rbe0279830f2c4a64" /><Relationship Type="http://schemas.openxmlformats.org/officeDocument/2006/relationships/presProps" Target="/ppt/presProps.xml" Id="Rc65695bafe30489a" /><Relationship Type="http://schemas.openxmlformats.org/officeDocument/2006/relationships/tableStyles" Target="/ppt/tableStyles.xml" Id="Rba03d4dd490f4a3a" /><Relationship Type="http://schemas.openxmlformats.org/officeDocument/2006/relationships/slide" Target="/ppt/slides/slide1.xml" Id="Ra1ad689359b14221" /><Relationship Type="http://schemas.openxmlformats.org/officeDocument/2006/relationships/slide" Target="/ppt/slides/slide2.xml" Id="Ra494f9de014a4fb8" /><Relationship Type="http://schemas.openxmlformats.org/officeDocument/2006/relationships/slide" Target="/ppt/slides/slide3.xml" Id="R1bd086e77fe74aa0" /><Relationship Type="http://schemas.openxmlformats.org/officeDocument/2006/relationships/slide" Target="/ppt/slides/slide4.xml" Id="R42fa2a3ea99b4919" /><Relationship Type="http://schemas.openxmlformats.org/officeDocument/2006/relationships/slide" Target="/ppt/slides/slide5.xml" Id="R3fc36d917eec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0415b030a6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af7972d3d4d62" /><Relationship Type="http://schemas.openxmlformats.org/officeDocument/2006/relationships/notesMaster" Target="/ppt/notesMasters/notesMaster1.xml" Id="R9b1879e5340e42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148e6eec74b67" /><Relationship Type="http://schemas.openxmlformats.org/officeDocument/2006/relationships/notesMaster" Target="/ppt/notesMasters/notesMaster1.xml" Id="R50de44ea318749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c16bac7e04406" /><Relationship Type="http://schemas.openxmlformats.org/officeDocument/2006/relationships/notesMaster" Target="/ppt/notesMasters/notesMaster1.xml" Id="R5cfca0a2af794b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0cd16522cf47cf" /><Relationship Type="http://schemas.openxmlformats.org/officeDocument/2006/relationships/notesMaster" Target="/ppt/notesMasters/notesMaster1.xml" Id="R05eea9519ca649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82ed67be50490f" /><Relationship Type="http://schemas.openxmlformats.org/officeDocument/2006/relationships/notesMaster" Target="/ppt/notesMasters/notesMaster1.xml" Id="Rccd8e6dfaebc4e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动画来自项目原始逐帧资源。扶车采用6帧中的第1、3、6帧。实际骑行摔倒后连按F触发扶车，交警采用高低位6帧循环。来源：src/scenes/Ride.js、src/ui.js、assets/img/character。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截图来源：本地实际游戏运行。通过现有Phaser场景入口设定场景与状态，校内/校外道路使用键盘前进后截图。未修改游戏源代码。校内路线较长且有坡，校外较短、有汽车和交警风险。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依据当前版本src/config.js与src/state.js。金钱：money.start=100, allowance=30, passenger.reward=15，次日起发生活费。饱腹度低于30时速度乘0.7。挪车40%指FindCar的dominoChance，停车场碰倒概率为50%。违停被贴条50%。充电60%直接充到100，否则增加30点并封顶100。硬闯被抓概率=min(90%,30%+成功硬闯次数×15个百分点)。首日交警与搭车同学保底出现，次日起才按概率。隐藏结局在流程检查点触发。可讲解例子：为了省钱不吃饭，饱腹度下降使移动变慢，从而增加迟到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6张均为游戏Ending场景的实际运行截图。通过既有场景入口分别加载结局，不代表同一次游玩的结果。判定来源：src/state.js finalEndingKey/hiddenEndingKey/tryRun，src/config.js ending.totalDays=3, passMaxLate=5。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说明依据当前项目实现，描述Phaser与本项目需求的适配，不声称团队进行过引擎性能对比。index.html本地引入assets/vendor/phaser-3.90.0.min.js，加载原生JavaScript脚本。src/main.js使用Phaser.AUTO、960×540画布、Arcade物理、Scale.FIT和场景注册。src/scenes/Ride.js使用physics.add.overlap、cameras.main.startFollow与anims.create；src/scenes/Boot.js加载图片和音效。游戏规则、概率与跨天结算由项目自己的config.js/state.js等实现。画面来源：output/playwright/online-titl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9d3bc6aba48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73e92236a4933" /><Relationship Type="http://schemas.openxmlformats.org/officeDocument/2006/relationships/slideLayout" Target="/ppt/slideLayouts/slideLayout1.xml" Id="Rc36b1402136d43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b1402136d43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5fb34ee1b4fff" /><Relationship Type="http://schemas.openxmlformats.org/officeDocument/2006/relationships/image" Target="/ppt/media/image.png" Id="R283588871657403b" /><Relationship Type="http://schemas.openxmlformats.org/officeDocument/2006/relationships/image" Target="/ppt/media/image2.png" Id="R768b291b82824879" /><Relationship Type="http://schemas.openxmlformats.org/officeDocument/2006/relationships/image" Target="/ppt/media/image3.png" Id="R8f996a2a7d4b48ec" /><Relationship Type="http://schemas.openxmlformats.org/officeDocument/2006/relationships/image" Target="/ppt/media/image4.png" Id="Rd044849fb1454a8f" /><Relationship Type="http://schemas.openxmlformats.org/officeDocument/2006/relationships/image" Target="/ppt/media/image5.png" Id="R9759c1720cdb4546" /><Relationship Type="http://schemas.openxmlformats.org/officeDocument/2006/relationships/image" Target="/ppt/media/image6.png" Id="Rf2bca9362d5e46ea" /><Relationship Type="http://schemas.openxmlformats.org/officeDocument/2006/relationships/image" Target="/ppt/media/image7.png" Id="Rca7f56e6c50f42ae" /><Relationship Type="http://schemas.openxmlformats.org/officeDocument/2006/relationships/image" Target="/ppt/media/image8.png" Id="Rb5dbe46e50ac4448" /><Relationship Type="http://schemas.openxmlformats.org/officeDocument/2006/relationships/image" Target="/ppt/media/image9.png" Id="R3d82892d497e49f0" /><Relationship Type="http://schemas.openxmlformats.org/officeDocument/2006/relationships/image" Target="/ppt/media/image10.png" Id="R65886ff538464dbf" /><Relationship Type="http://schemas.openxmlformats.org/officeDocument/2006/relationships/image" Target="/ppt/media/image11.png" Id="Ree6a60f0c5c14f25" /><Relationship Type="http://schemas.openxmlformats.org/officeDocument/2006/relationships/image" Target="/ppt/media/image12.png" Id="Rd273008a9284428f" /><Relationship Type="http://schemas.openxmlformats.org/officeDocument/2006/relationships/notesSlide" Target="/ppt/notesSlides/notesSlide1.xml" Id="R2c0f9dca0f754f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288394b244002" /><Relationship Type="http://schemas.openxmlformats.org/officeDocument/2006/relationships/image" Target="/ppt/media/image13.png" Id="Refeb954b5db649fa" /><Relationship Type="http://schemas.openxmlformats.org/officeDocument/2006/relationships/image" Target="/ppt/media/image14.png" Id="R2fe7216ff53b43cc" /><Relationship Type="http://schemas.openxmlformats.org/officeDocument/2006/relationships/image" Target="/ppt/media/image15.png" Id="Rd9dd5a641ceb4e31" /><Relationship Type="http://schemas.openxmlformats.org/officeDocument/2006/relationships/image" Target="/ppt/media/image16.png" Id="Rf5da74cd1e814788" /><Relationship Type="http://schemas.openxmlformats.org/officeDocument/2006/relationships/notesSlide" Target="/ppt/notesSlides/notesSlide2.xml" Id="Rd483521862d549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9d66bd1294f16" /><Relationship Type="http://schemas.openxmlformats.org/officeDocument/2006/relationships/notesSlide" Target="/ppt/notesSlides/notesSlide3.xml" Id="R88d31c822953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b7de7cf6d4a3f" /><Relationship Type="http://schemas.openxmlformats.org/officeDocument/2006/relationships/image" Target="/ppt/media/image17.png" Id="R899fd4c9ee484cff" /><Relationship Type="http://schemas.openxmlformats.org/officeDocument/2006/relationships/image" Target="/ppt/media/image18.png" Id="R2a671b05b3b54489" /><Relationship Type="http://schemas.openxmlformats.org/officeDocument/2006/relationships/image" Target="/ppt/media/image19.png" Id="R8415445cdf30457d" /><Relationship Type="http://schemas.openxmlformats.org/officeDocument/2006/relationships/image" Target="/ppt/media/image20.png" Id="R8c54dac9bf234d25" /><Relationship Type="http://schemas.openxmlformats.org/officeDocument/2006/relationships/image" Target="/ppt/media/image21.png" Id="R8ae89d2b98f74819" /><Relationship Type="http://schemas.openxmlformats.org/officeDocument/2006/relationships/image" Target="/ppt/media/image22.png" Id="R4c530ea85877471e" /><Relationship Type="http://schemas.openxmlformats.org/officeDocument/2006/relationships/notesSlide" Target="/ppt/notesSlides/notesSlide4.xml" Id="R2cdcc703441345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9bd8535094381" /><Relationship Type="http://schemas.openxmlformats.org/officeDocument/2006/relationships/image" Target="/ppt/media/image23.png" Id="Rbeb86ebc32ce4915" /><Relationship Type="http://schemas.openxmlformats.org/officeDocument/2006/relationships/notesSlide" Target="/ppt/notesSlides/notesSlide5.xml" Id="R21f44f176d7140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AE2B2-9B17-4414-AA8D-D1AA12AE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角色动画：四组动作示例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4F69A-D35E-4A0C-A0BA-8667390B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连续帧展示动作变化，关键帧对应玩家操作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067B9-84FF-4426-AC64-02ABE210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0BFCB-D7C3-441D-8152-B84A9292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1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F5806-26C0-4CF9-B8DC-89681D01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行走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93F31-2B2C-48AC-BF7D-D4FC4A6E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588871657403b"/>
          <a:stretch xmlns:a="http://schemas.openxmlformats.org/drawingml/2006/main"/>
        </p:blipFill>
        <p:spPr>
          <a:xfrm xmlns:a="http://schemas.openxmlformats.org/drawingml/2006/main">
            <a:off x="995828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b291b82824879"/>
          <a:stretch xmlns:a="http://schemas.openxmlformats.org/drawingml/2006/main"/>
        </p:blipFill>
        <p:spPr>
          <a:xfrm xmlns:a="http://schemas.openxmlformats.org/drawingml/2006/main">
            <a:off x="2662703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96a2a7d4b48ec"/>
          <a:stretch xmlns:a="http://schemas.openxmlformats.org/drawingml/2006/main"/>
        </p:blipFill>
        <p:spPr>
          <a:xfrm xmlns:a="http://schemas.openxmlformats.org/drawingml/2006/main">
            <a:off x="4329578" y="1905000"/>
            <a:ext cx="1151595" cy="17240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D2140-2B6C-4F5E-93F7-D34102CF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573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推车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3FCDD-3E1A-470A-9FAB-48CED6EC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4849fb1454a8f"/>
          <a:stretch xmlns:a="http://schemas.openxmlformats.org/drawingml/2006/main"/>
        </p:blipFill>
        <p:spPr>
          <a:xfrm xmlns:a="http://schemas.openxmlformats.org/drawingml/2006/main">
            <a:off x="6806078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9c1720cdb4546"/>
          <a:stretch xmlns:a="http://schemas.openxmlformats.org/drawingml/2006/main"/>
        </p:blipFill>
        <p:spPr>
          <a:xfrm xmlns:a="http://schemas.openxmlformats.org/drawingml/2006/main">
            <a:off x="8472953" y="190500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ca9362d5e46ea"/>
          <a:stretch xmlns:a="http://schemas.openxmlformats.org/drawingml/2006/main"/>
        </p:blipFill>
        <p:spPr>
          <a:xfrm xmlns:a="http://schemas.openxmlformats.org/drawingml/2006/main">
            <a:off x="10139828" y="1905000"/>
            <a:ext cx="1151595" cy="17240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E16E-55DE-48B2-A226-331E90D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扶车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48B8F-F274-4BBB-AA7D-BD9150B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6 帧中的第 1、3、6 帧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f56e6c50f42ae"/>
          <a:stretch xmlns:a="http://schemas.openxmlformats.org/drawingml/2006/main"/>
        </p:blipFill>
        <p:spPr>
          <a:xfrm xmlns:a="http://schemas.openxmlformats.org/drawingml/2006/main">
            <a:off x="809625" y="4614863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be46e50ac4448"/>
          <a:stretch xmlns:a="http://schemas.openxmlformats.org/drawingml/2006/main"/>
        </p:blipFill>
        <p:spPr>
          <a:xfrm xmlns:a="http://schemas.openxmlformats.org/drawingml/2006/main">
            <a:off x="2476500" y="4614863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2892d497e49f0"/>
          <a:stretch xmlns:a="http://schemas.openxmlformats.org/drawingml/2006/main"/>
        </p:blipFill>
        <p:spPr>
          <a:xfrm xmlns:a="http://schemas.openxmlformats.org/drawingml/2006/main">
            <a:off x="4143375" y="4614863"/>
            <a:ext cx="1524000" cy="1143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7238A-54CF-43F9-9247-D57D813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交警挥棒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05435-D5CC-4158-9905-8590626A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高低位动作关键帧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86ff538464dbf"/>
          <a:stretch xmlns:a="http://schemas.openxmlformats.org/drawingml/2006/main"/>
        </p:blipFill>
        <p:spPr>
          <a:xfrm xmlns:a="http://schemas.openxmlformats.org/drawingml/2006/main">
            <a:off x="6806078" y="432435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a60f0c5c14f25"/>
          <a:stretch xmlns:a="http://schemas.openxmlformats.org/drawingml/2006/main"/>
        </p:blipFill>
        <p:spPr>
          <a:xfrm xmlns:a="http://schemas.openxmlformats.org/drawingml/2006/main">
            <a:off x="8472953" y="4324350"/>
            <a:ext cx="1151595" cy="1724025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3008a9284428f"/>
          <a:stretch xmlns:a="http://schemas.openxmlformats.org/drawingml/2006/main"/>
        </p:blipFill>
        <p:spPr>
          <a:xfrm xmlns:a="http://schemas.openxmlformats.org/drawingml/2006/main">
            <a:off x="10139828" y="4324350"/>
            <a:ext cx="1151595" cy="1724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26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BC6AC-B682-45DB-81F7-31FE0B75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游戏场景：找车、骑行与充电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A7825-09BA-4251-B851-FDA50391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找车、校内道路、校外道路和充电区的游戏运行画面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4CA29-89F7-4435-A608-0E2316B3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357F5-D0A6-4C49-AE61-C4A0C139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2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9FE36-3EB5-4D2B-8ACE-D10D8B91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239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找车场景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b954b5db649fa"/>
          <a:stretch xmlns:a="http://schemas.openxmlformats.org/drawingml/2006/main"/>
        </p:blipFill>
        <p:spPr>
          <a:xfrm xmlns:a="http://schemas.openxmlformats.org/drawingml/2006/main">
            <a:off x="1095375" y="1657350"/>
            <a:ext cx="3725332" cy="20954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58E2D-4967-491F-A792-D22FDF34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239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校内道路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7216ff53b43cc"/>
          <a:stretch xmlns:a="http://schemas.openxmlformats.org/drawingml/2006/main"/>
        </p:blipFill>
        <p:spPr>
          <a:xfrm xmlns:a="http://schemas.openxmlformats.org/drawingml/2006/main">
            <a:off x="6905625" y="1657350"/>
            <a:ext cx="3725332" cy="209549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F99A5-6170-42B1-9BAB-47B07D6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95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校外道路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d5a641ceb4e31"/>
          <a:stretch xmlns:a="http://schemas.openxmlformats.org/drawingml/2006/main"/>
        </p:blipFill>
        <p:spPr>
          <a:xfrm xmlns:a="http://schemas.openxmlformats.org/drawingml/2006/main">
            <a:off x="1095375" y="4229100"/>
            <a:ext cx="3725332" cy="209549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8CA72-81F7-4889-B4FF-3608413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95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充电场景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a74cd1e814788"/>
          <a:stretch xmlns:a="http://schemas.openxmlformats.org/drawingml/2006/main"/>
        </p:blipFill>
        <p:spPr>
          <a:xfrm xmlns:a="http://schemas.openxmlformats.org/drawingml/2006/main">
            <a:off x="6905625" y="4229100"/>
            <a:ext cx="3725332" cy="20954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70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955C-750E-47BC-BCEF-891F2F88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核心机制：资源管理与概率事件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03D6D-F450-48E3-B571-3396EA99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玩家需要在花钱、吃饭、赶课和骑行风险之间做取舍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80163-7EF3-48C6-AF2F-0FF4B85F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FF45C-C1E5-403C-A8B2-5186A6B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EF660-CD77-4FB3-9C8B-102115F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金钱机制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358E7-C1AF-45F8-8831-DC569099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初始 ¥100，次日起每天生活费 +¥30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吃饭、充电、罚款消耗金钱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载同学送达赚 ¥15，余额 ≤0 触发结局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A49A3-141C-4585-8277-E90A681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饥饿度机制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2B5C4-16A1-463F-8C07-3FA8B0CE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以饱腹度表示，初始 80，最高 100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每段课 −25，过夜 −15，吃饭恢复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低于 30 移速降至 70%，降至 0 会昏倒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7CB33-C703-4F1D-995D-706CE39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电量与时间机制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30972-1261-4659-8FF0-FA6FB1D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骑行耗电，上坡和载人加重消耗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没电需推车，额外花费 15 分钟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赶课与 23:00 门禁形成时间压力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2A4A1-B252-4C98-9888-A0C111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957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随机／概率事件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E9443-E7A2-434D-BE36-A96C130B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672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挪车连倒 40%，违停被罚 50%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充电充满 60%，否则增加 30 点电量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硬闯被抓 30% 起，成功一次 +15 个百分点</a:t>
            </a:r>
          </a:p>
          <a:p xmlns:a="http://schemas.openxmlformats.org/drawingml/2006/main">
            <a:pPr>
              <a:buNone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被抓概率最高 90%</a:t>
            </a:r>
          </a:p>
        </p:txBody>
      </p:sp>
    </p:spTree>
    <p:extLst>
      <p:ext uri="{BB962C8B-B14F-4D97-AF65-F5344CB8AC3E}">
        <p14:creationId xmlns:p14="http://schemas.microsoft.com/office/powerpoint/2010/main" val="1419048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71129-269D-4A3F-82DA-A90C33A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多结局：不同选择对应不同结果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C4E93-D0E0-441C-A0D9-4652DF9D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正常结局由三天累计迟到次数判定，风险事件可提前结束游戏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E7E9D-8F27-446C-9E68-5E152AC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98EE9-C3DF-4BD2-A0BF-0247A5C7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fd4c9ee484cff"/>
          <a:stretch xmlns:a="http://schemas.openxmlformats.org/drawingml/2006/main"/>
        </p:blipFill>
        <p:spPr>
          <a:xfrm xmlns:a="http://schemas.openxmlformats.org/drawingml/2006/main">
            <a:off x="571500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8184C-925A-4043-89E4-95CDD0E0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完美：0 次迟到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71b05b3b54489"/>
          <a:stretch xmlns:a="http://schemas.openxmlformats.org/drawingml/2006/main"/>
        </p:blipFill>
        <p:spPr>
          <a:xfrm xmlns:a="http://schemas.openxmlformats.org/drawingml/2006/main">
            <a:off x="4429125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04D46-3819-47D3-841B-9FAD5DE7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合格：1–5 次迟到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5445cdf30457d"/>
          <a:stretch xmlns:a="http://schemas.openxmlformats.org/drawingml/2006/main"/>
        </p:blipFill>
        <p:spPr>
          <a:xfrm xmlns:a="http://schemas.openxmlformats.org/drawingml/2006/main">
            <a:off x="8286750" y="142875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52D7F-F283-4EAA-938B-61E381CF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不合格：超过 5 次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4dac9bf234d25"/>
          <a:stretch xmlns:a="http://schemas.openxmlformats.org/drawingml/2006/main"/>
        </p:blipFill>
        <p:spPr>
          <a:xfrm xmlns:a="http://schemas.openxmlformats.org/drawingml/2006/main">
            <a:off x="571500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3B9CA-2C2B-4ABE-B740-651C76D5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派出所：硬闯被抓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89d2b98f74819"/>
          <a:stretch xmlns:a="http://schemas.openxmlformats.org/drawingml/2006/main"/>
        </p:blipFill>
        <p:spPr>
          <a:xfrm xmlns:a="http://schemas.openxmlformats.org/drawingml/2006/main">
            <a:off x="4429125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7695C-9C55-4A6D-9DCB-533E842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昏倒：饱腹度耗尽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30ea85877471e"/>
          <a:stretch xmlns:a="http://schemas.openxmlformats.org/drawingml/2006/main"/>
        </p:blipFill>
        <p:spPr>
          <a:xfrm xmlns:a="http://schemas.openxmlformats.org/drawingml/2006/main">
            <a:off x="8286750" y="3848100"/>
            <a:ext cx="3571875" cy="200918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AFAC3-3A8F-4C96-9EF4-3F6B7AA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959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身无分文：余额耗尽</a:t>
            </a:r>
          </a:p>
        </p:txBody>
      </p:sp>
    </p:spTree>
    <p:extLst>
      <p:ext uri="{BB962C8B-B14F-4D97-AF65-F5344CB8AC3E}">
        <p14:creationId xmlns:p14="http://schemas.microsoft.com/office/powerpoint/2010/main" val="948244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23830-3110-4395-9638-904A5A4D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引擎选择：Phaser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29285-3798-4D2C-962B-DF50CB1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面向 2D 网页游戏，兼顾玩法实现与浏览器演示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16975-42D3-41E8-AC4C-8B1C66AB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Phaser 3.90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DE88F-CDB4-432F-BDEA-CF46417B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原生 JavaScript  ·  960 × 540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86ebc32ce4915"/>
          <a:stretch xmlns:a="http://schemas.openxmlformats.org/drawingml/2006/main"/>
        </p:blipFill>
        <p:spPr>
          <a:xfrm xmlns:a="http://schemas.openxmlformats.org/drawingml/2006/main">
            <a:off x="571500" y="3162300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F4501-7A49-4242-960C-F4A064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76400"/>
            <a:ext cx="538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浏览器即玩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6D6F9-5ACF-4B6E-9719-EFFF1A1D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538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HTML 与 JavaScript 直接运行</a:t>
            </a:r>
          </a:p>
          <a:p xmlns:a="http://schemas.openxmlformats.org/drawingml/2006/main">
            <a:pPr>
              <a:def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静态网页部署，路演可通过链接试玩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6577B-83D2-478D-A446-77B283E6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33725"/>
            <a:ext cx="538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适配 2D 玩法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E7C46-43BD-45D7-9148-DC52516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48075"/>
            <a:ext cx="538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场景管理组织找车、骑行和充电流程</a:t>
            </a:r>
          </a:p>
          <a:p xmlns:a="http://schemas.openxmlformats.org/drawingml/2006/main">
            <a:pPr>
              <a:def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Arcade 物理提供移动与碰撞检测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41D0A-D142-4DF8-98A4-8188023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538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支持素材快速接入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C9DC0-A728-4E6D-AED7-32B3B736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05400"/>
            <a:ext cx="538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逐帧动画呈现人物动作</a:t>
            </a:r>
          </a:p>
          <a:p xmlns:a="http://schemas.openxmlformats.org/drawingml/2006/main">
            <a:pPr>
              <a:def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镜头跟随、图片与音效加载支撑场景表现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F4BCA-DF43-4502-A50A-2743585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6E75D-3B4C-4B9E-9478-D0589B59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224439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2026-09-27T07:13:15.0610000Z</dcterms:created>
  <dcterms:modified xsi:type="dcterms:W3CDTF">2026-09-27T07:13:15.0610000Z</dcterms:modified>
</coreProperties>
</file>